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NEB Class 12 Computer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Most Repeated Questions (Last ~7 Years</a:t>
            </a:r>
            <a:r>
              <a:rPr lang="en-US"/>
              <a:t> and Question Bank</a:t>
            </a:r>
            <a:r>
              <a:t>)</a:t>
            </a:r>
          </a:p>
          <a:p>
            <a:r>
              <a:t>Study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- Frequently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Define DBMS and explain its advantages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Explain Normalization (1NF, 2NF, 3NF)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SQL Queries: SELECT, UPDATE, DELETE, JOIN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Define Primary Key and Foreign Key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Data redundancy and data integrity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Database security and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- High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Define Computer Network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OSI Model (7 Layers) and functions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Star vs Bus Topology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Client-Server Architecture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IP Address and types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Transmission modes: Simplex, Half‑duplex, Full‑duplex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Client-side vs Server-side scripting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Define JavaScript and features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JavaScript variables (var, let)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Important HTML tags: table, form, hyperlink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What is PHP?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PHP string concatenation operator (.)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Program using structure to store student information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File handling program (read/write records)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Program to calculate total and percentage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Difference between text file and binary file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Functions: </a:t>
            </a:r>
            <a:r>
              <a:rPr dirty="0" err="1"/>
              <a:t>getw</a:t>
            </a:r>
            <a:r>
              <a:rPr dirty="0"/>
              <a:t>() and </a:t>
            </a:r>
            <a:r>
              <a:rPr dirty="0" err="1"/>
              <a:t>putw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Define Class and Object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Explain Encapsulation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Explain Inheritance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Explain Polymorphism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Advantages of Object Oriented Programming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Explain SDLC phases with diagram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Define System Analyst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Types of Feasibility Study: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 - Technical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 - Economic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  - Operational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Waterfall model advantages and disadvantages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Trends 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• Define Artificial Intelligence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Applications of AI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Mobile Computing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Cloud Computing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Internet of Things (IoT)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• E-commerce basics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 10 High Probability </a:t>
            </a:r>
            <a:r>
              <a:rPr lang="en-US"/>
              <a:t>Repeated </a:t>
            </a:r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OSI 7 Layers</a:t>
            </a:r>
          </a:p>
          <a:p>
            <a:r>
              <a:rPr sz="2400" dirty="0"/>
              <a:t>2. Network Topology comparison</a:t>
            </a:r>
          </a:p>
          <a:p>
            <a:r>
              <a:rPr sz="2400" dirty="0"/>
              <a:t>3. SQL LIKE queries</a:t>
            </a:r>
          </a:p>
          <a:p>
            <a:r>
              <a:rPr sz="2400" dirty="0"/>
              <a:t>4. Normalization (1NF,2NF,3NF)</a:t>
            </a:r>
          </a:p>
          <a:p>
            <a:r>
              <a:rPr sz="2400" dirty="0"/>
              <a:t>5. SDLC Phases</a:t>
            </a:r>
          </a:p>
          <a:p>
            <a:r>
              <a:rPr sz="2400" dirty="0"/>
              <a:t>6. Feasibility Study</a:t>
            </a:r>
          </a:p>
          <a:p>
            <a:r>
              <a:rPr sz="2400" dirty="0"/>
              <a:t>7. Class vs Object</a:t>
            </a:r>
          </a:p>
          <a:p>
            <a:r>
              <a:rPr sz="2400" dirty="0"/>
              <a:t>8. JavaScript Variables</a:t>
            </a:r>
          </a:p>
          <a:p>
            <a:r>
              <a:rPr sz="2400" dirty="0"/>
              <a:t>9. C Program using Structure</a:t>
            </a:r>
          </a:p>
          <a:p>
            <a:r>
              <a:rPr sz="2400" dirty="0"/>
              <a:t>10. AI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343</Words>
  <Application>Microsoft Macintosh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NEB Class 12 Computer Science</vt:lpstr>
      <vt:lpstr>DBMS - Frequently Asked</vt:lpstr>
      <vt:lpstr>Networking - High Probability</vt:lpstr>
      <vt:lpstr>Web Technology</vt:lpstr>
      <vt:lpstr>Programming in C</vt:lpstr>
      <vt:lpstr>Object Oriented Programming (OOP)</vt:lpstr>
      <vt:lpstr>Software Process Model</vt:lpstr>
      <vt:lpstr>Recent Trends in Technology</vt:lpstr>
      <vt:lpstr>Top 10 High Probability Repeated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Milan Bista</cp:lastModifiedBy>
  <cp:revision>4</cp:revision>
  <dcterms:created xsi:type="dcterms:W3CDTF">2013-01-27T09:14:00Z</dcterms:created>
  <dcterms:modified xsi:type="dcterms:W3CDTF">2026-03-13T04:34:18Z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15F890309FD6422784218F05961C4611_12</vt:lpwstr>
  </property>
  <property fmtid="{D5CDD505-2E9C-101B-9397-08002B2CF9AE}" pid="3" name="KSOProductBuildVer">
    <vt:lpwstr>1033-12.1.0.25242</vt:lpwstr>
  </property>
</Properties>
</file>