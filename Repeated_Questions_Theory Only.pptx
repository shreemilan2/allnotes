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NEB Class 12 Computer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Most Repeated Questions (Last ~7 Years</a:t>
            </a:r>
            <a:r>
              <a:rPr lang="en-US"/>
              <a:t> and Question Bank</a:t>
            </a:r>
            <a:r>
              <a:t>)</a:t>
            </a:r>
          </a:p>
          <a:p>
            <a:r>
              <a:t>Study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DBMS - Frequently Asked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Define DBMS and explain its advantages</a:t>
            </a:r>
          </a:p>
          <a:p>
            <a:r>
              <a:t>• Explain Normalization (1NF, 2NF, 3NF)</a:t>
            </a:r>
          </a:p>
          <a:p>
            <a:r>
              <a:t>• SQL Queries: SELECT, UPDATE, DELETE, JOIN</a:t>
            </a:r>
          </a:p>
          <a:p>
            <a:r>
              <a:t>• Define Primary Key and Foreign Key</a:t>
            </a:r>
          </a:p>
          <a:p>
            <a:r>
              <a:t>• Data redundancy and data integrity</a:t>
            </a:r>
          </a:p>
          <a:p>
            <a:r>
              <a:t>• Database security and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Networking - High Probability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Define Computer Network</a:t>
            </a:r>
          </a:p>
          <a:p>
            <a:r>
              <a:t>• OSI Model (7 Layers) and functions</a:t>
            </a:r>
          </a:p>
          <a:p>
            <a:r>
              <a:t>• Star vs Bus Topology</a:t>
            </a:r>
          </a:p>
          <a:p>
            <a:r>
              <a:t>• Client-Server Architecture</a:t>
            </a:r>
          </a:p>
          <a:p>
            <a:r>
              <a:t>• IP Address and types</a:t>
            </a:r>
          </a:p>
          <a:p>
            <a:r>
              <a:t>• Transmission modes: Simplex, Half‑duplex, Full‑duplex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Client-side vs Server-side scripting</a:t>
            </a:r>
          </a:p>
          <a:p>
            <a:r>
              <a:t>• Define JavaScript and features</a:t>
            </a:r>
          </a:p>
          <a:p>
            <a:r>
              <a:t>• JavaScript variables (var, let)</a:t>
            </a:r>
          </a:p>
          <a:p>
            <a:r>
              <a:t>• Important HTML tags: table, form, hyperlink</a:t>
            </a:r>
          </a:p>
          <a:p>
            <a:r>
              <a:t>• What is PHP?</a:t>
            </a:r>
          </a:p>
          <a:p>
            <a:r>
              <a:t>• PHP string concatenation operator (.)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Programming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Program using structure to store student information</a:t>
            </a:r>
          </a:p>
          <a:p>
            <a:r>
              <a:t>• File handling program (read/write records)</a:t>
            </a:r>
          </a:p>
          <a:p>
            <a:r>
              <a:t>• Program to calculate total and percentage</a:t>
            </a:r>
          </a:p>
          <a:p>
            <a:r>
              <a:t>• Difference between text file and binary file</a:t>
            </a:r>
          </a:p>
          <a:p>
            <a:r>
              <a:t>• Functions: getw() and putw()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 Oriented Programming (OOP)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Define Class and Object</a:t>
            </a:r>
          </a:p>
          <a:p>
            <a:r>
              <a:t>• Explain Encapsulation</a:t>
            </a:r>
          </a:p>
          <a:p>
            <a:r>
              <a:t>• Explain Inheritance</a:t>
            </a:r>
          </a:p>
          <a:p>
            <a:r>
              <a:t>• Explain Polymorphism</a:t>
            </a:r>
          </a:p>
          <a:p>
            <a:r>
              <a:t>• Advantages of Object Oriented Programming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Software Process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Explain SDLC phases with diagram</a:t>
            </a:r>
          </a:p>
          <a:p>
            <a:r>
              <a:t>• Define System Analyst</a:t>
            </a:r>
          </a:p>
          <a:p>
            <a:r>
              <a:t>• Types of Feasibility Study:</a:t>
            </a:r>
          </a:p>
          <a:p>
            <a:r>
              <a:t>  - Technical</a:t>
            </a:r>
          </a:p>
          <a:p>
            <a:r>
              <a:t>  - Economic</a:t>
            </a:r>
          </a:p>
          <a:p>
            <a:r>
              <a:t>  - Operational</a:t>
            </a:r>
          </a:p>
          <a:p>
            <a:r>
              <a:t>• Waterfall model advantages and disadvantages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Trends in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Define Artificial Intelligence</a:t>
            </a:r>
          </a:p>
          <a:p>
            <a:r>
              <a:t>• Applications of AI</a:t>
            </a:r>
          </a:p>
          <a:p>
            <a:r>
              <a:t>• Mobile Computing</a:t>
            </a:r>
          </a:p>
          <a:p>
            <a:r>
              <a:t>• Cloud Computing</a:t>
            </a:r>
          </a:p>
          <a:p>
            <a:r>
              <a:t>• Internet of Things (IoT)</a:t>
            </a:r>
          </a:p>
          <a:p>
            <a:r>
              <a:t>• E-commerce basics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Top 10 High Probability </a:t>
            </a:r>
            <a:r>
              <a:rPr lang="en-US"/>
              <a:t>Repeated </a:t>
            </a:r>
            <a:r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OSI 7 Layers</a:t>
            </a:r>
          </a:p>
          <a:p>
            <a:r>
              <a:t>2. Network Topology comparison</a:t>
            </a:r>
          </a:p>
          <a:p>
            <a:r>
              <a:t>3. SQL LIKE queries</a:t>
            </a:r>
          </a:p>
          <a:p>
            <a:r>
              <a:t>4. Normalization (1NF,2NF,3NF)</a:t>
            </a:r>
          </a:p>
          <a:p>
            <a:r>
              <a:t>5. SDLC Phases</a:t>
            </a:r>
          </a:p>
          <a:p>
            <a:r>
              <a:t>6. Feasibility Study</a:t>
            </a:r>
          </a:p>
          <a:p>
            <a:r>
              <a:t>7. Class vs Object</a:t>
            </a:r>
          </a:p>
          <a:p>
            <a:r>
              <a:t>8. JavaScript Variables</a:t>
            </a:r>
          </a:p>
          <a:p>
            <a:r>
              <a:t>9. C Program using Structure</a:t>
            </a:r>
          </a:p>
          <a:p>
            <a:r>
              <a:t>10. AI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1788</Words>
  <Application>WPS Presentation</Application>
  <PresentationFormat>On-screen Show (4:3)</PresentationFormat>
  <Paragraphs>80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NEB Class 12 Computer Science</vt:lpstr>
      <vt:lpstr>DBMS - Frequently Asked</vt:lpstr>
      <vt:lpstr>Networking - High Probability</vt:lpstr>
      <vt:lpstr>Web Technology</vt:lpstr>
      <vt:lpstr>Programming in C</vt:lpstr>
      <vt:lpstr>Object Oriented Programming (OOP)</vt:lpstr>
      <vt:lpstr>Software Process Model</vt:lpstr>
      <vt:lpstr>Recent Trends in Technology</vt:lpstr>
      <vt:lpstr>Top 10 High Probability Questions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WPS_1732932503</cp:lastModifiedBy>
  <cp:revision>2</cp:revision>
  <dcterms:created xsi:type="dcterms:W3CDTF">2013-01-27T09:14:00Z</dcterms:created>
  <dcterms:modified xsi:type="dcterms:W3CDTF">2026-03-11T14:33:28Z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15F890309FD6422784218F05961C4611_12</vt:lpwstr>
  </property>
  <property fmtid="{D5CDD505-2E9C-101B-9397-08002B2CF9AE}" pid="3" name="KSOProductBuildVer">
    <vt:lpwstr>1033-12.1.0.25242</vt:lpwstr>
  </property>
</Properties>
</file>